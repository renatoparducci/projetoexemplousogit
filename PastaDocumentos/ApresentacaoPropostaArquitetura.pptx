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AFEE-1D19-45DA-8A47-7AEBC3E52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E7CF3-163C-47EA-A12E-B1FF75BB9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A727A-45C9-4540-BAEC-496683F5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87E87-5719-4A11-A5CE-80B8002F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E69E0-3B79-48AE-A058-0B99D904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334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B2F5-07F4-41E7-A359-4C296B4D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7E30-75FB-4651-8729-83EBD9EA8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E18C7-F9E9-4B62-A7F9-E624E40B1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33FD-21FD-4816-ABA1-AA5C2C59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363C-4BDA-432C-A362-16C5CE3E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5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8DCA-BFE1-46A8-AF0C-113EEA0D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C5A10-1E6F-4E31-B8D3-F106C8A77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445D1-33A3-4668-B9EF-915B6DBB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961AA-0171-48CB-8FF8-7B84A2E6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3854C-3EBD-46EA-A98E-DD35893F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47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C30B-4AFA-40A0-8E3A-2021B738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A0F8-6A53-43A7-814C-6AEBDFE93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05BC-70D2-479A-B0D2-63929F5A7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EDBBC-23BC-4B96-ADB6-7A6C8E3EA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F9328-79C5-40B0-8CF4-A18D184E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2AD93-EBC1-4C23-9AA2-337063AA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348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610E-F132-4F83-8BA6-39E6A0F70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83154-64AF-4B95-8717-120B537D3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20B22-A0BE-4B92-BE30-62CCAB9E8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7042F-7785-451B-B257-13A2AA974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055716-AC27-42EC-87E0-5D722269E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6A90B-4D77-4605-8378-95F33182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C0F72-8B17-464B-A806-9A4E779A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1C427-FA6A-45F9-A305-D42DD303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83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0452-9431-45C5-A208-6287DCCA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4D086-D178-4B6F-A4A8-7F2DEFD3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C7C09-8912-4509-B4C0-56DDD6F4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E169E-B1A4-4AAA-BC27-BCD0D24F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77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4EDDD-544B-4B58-8EB6-9505C482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56991-01F7-4143-BC20-EAE2BFD3A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1335B-D698-4B86-992D-5728D495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85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DB54-1E4C-4704-9DAA-FAA46468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6A607-F75C-425F-81DD-285A3328D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40461-9066-4C69-AD8C-67A601112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86FE8-1C00-4746-9CFD-B523AC18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DD12D-E457-443C-84F3-4CC514BF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E3AE6-30DD-454A-87FC-1EF3AE43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92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51C4-B585-419F-BC81-660D66DF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BB3E5B-E246-4C84-9C9A-B4F4370EA7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73FE4-81B4-48AA-A6ED-828D868B1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120CC-2C30-4BC3-BE8B-FE03A4CC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06564-23CA-4F67-B0D1-BB379585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6C56F-4A07-455F-9D3D-43105D7D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55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DBA6-7859-4C83-BD5D-205A5DFB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83F11-15BD-451A-A7BF-CFA8008F2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63C3-45CB-429C-B9B6-6E5AB990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01E46-DC9C-424C-8293-2754F5C8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E4F4-FF4D-42FC-ACAA-8C0CFA98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03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7C201-DC69-440F-B02E-2F37EDC35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A0AB9-74D9-46E5-B00D-B634485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3D50-9127-4215-A984-3446DBDA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25863-3C83-4E69-819A-8864C57F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45CCD-A470-4850-842B-33657BCE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00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86E3D-D07F-4BD6-BFDF-C8390B43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F6FE7-A18F-4DB5-9202-EDCB23A3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71703-624D-4B23-8276-FDCFC5D86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3DCEB-1E2C-41CC-9BC4-5DC2EB5C8C65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50200-0C1B-4E47-8FF5-DB6714713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876D3-1132-4946-9E68-43E85E733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F6EB1-A46C-41FC-85B1-0DF85EE53D3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41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37DFD3-257C-4EBD-811A-7803F9B57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286" y="428206"/>
            <a:ext cx="4315427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59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usertricaster</dc:creator>
  <cp:lastModifiedBy>usertricaster</cp:lastModifiedBy>
  <cp:revision>1</cp:revision>
  <dcterms:created xsi:type="dcterms:W3CDTF">2025-11-14T18:08:00Z</dcterms:created>
  <dcterms:modified xsi:type="dcterms:W3CDTF">2025-11-14T18:08:29Z</dcterms:modified>
</cp:coreProperties>
</file>